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00" d="100"/>
          <a:sy n="100" d="100"/>
        </p:scale>
        <p:origin x="72" y="52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github.com/m-shafeeq/Car-Market-Trends-Analysis-with-Car-Dekho-Data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6306" y="4064001"/>
            <a:ext cx="8237551" cy="939496"/>
          </a:xfrm>
        </p:spPr>
        <p:txBody>
          <a:bodyPr>
            <a:normAutofit fontScale="62500" lnSpcReduction="20000"/>
          </a:bodyPr>
          <a:lstStyle/>
          <a:p>
            <a:pPr algn="r"/>
            <a:endParaRPr lang="en-US" b="0" dirty="0">
              <a:solidFill>
                <a:schemeClr val="tx1"/>
              </a:solidFill>
            </a:endParaRPr>
          </a:p>
          <a:p>
            <a:pPr algn="r"/>
            <a:r>
              <a:rPr lang="en-IN" b="0" dirty="0">
                <a:solidFill>
                  <a:schemeClr val="tx1"/>
                </a:solidFill>
              </a:rPr>
              <a:t>AICTE STU ID : STU6a59f4de962011784280286</a:t>
            </a:r>
          </a:p>
          <a:p>
            <a:pPr algn="r"/>
            <a:r>
              <a:rPr lang="en-IN" sz="3200" dirty="0">
                <a:solidFill>
                  <a:schemeClr val="tx1"/>
                </a:solidFill>
              </a:rPr>
              <a:t>MUHAMMAD SHAFEEQ</a:t>
            </a:r>
          </a:p>
          <a:p>
            <a:pPr algn="r"/>
            <a:endParaRPr lang="en-IN" b="0" dirty="0">
              <a:solidFill>
                <a:schemeClr val="tx1"/>
              </a:solidFill>
            </a:endParaRPr>
          </a:p>
          <a:p>
            <a:pPr algn="r"/>
            <a:endParaRPr lang="en-IN" b="0" dirty="0">
              <a:solidFill>
                <a:schemeClr val="tx1"/>
              </a:solidFill>
            </a:endParaRP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Car Market Trends Analysis with CarDekho Data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wrap="square">
            <a:normAutofit lnSpcReduction="10000"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800" dirty="0"/>
              <a:t>Used-vehicle buyers and sellers on platforms like </a:t>
            </a:r>
            <a:r>
              <a:rPr sz="1800" dirty="0" err="1"/>
              <a:t>CarDekho</a:t>
            </a:r>
            <a:r>
              <a:rPr sz="1800" dirty="0"/>
              <a:t> have no easy way to judge whether a listed price is fair.</a:t>
            </a:r>
            <a:endParaRPr lang="en-IN" sz="2800" dirty="0"/>
          </a:p>
          <a:p>
            <a:pPr>
              <a:spcAft>
                <a:spcPts val="1000"/>
              </a:spcAft>
            </a:pPr>
            <a:r>
              <a:rPr sz="1800" dirty="0"/>
              <a:t>Resale value depends on many interacting factors — age, mileage, fuel type, transmission, ownership history — and guessing leads to overpaying or underselling.</a:t>
            </a:r>
          </a:p>
          <a:p>
            <a:pPr>
              <a:spcAft>
                <a:spcPts val="1000"/>
              </a:spcAft>
            </a:pPr>
            <a:r>
              <a:rPr sz="1800" dirty="0"/>
              <a:t>Goal: analyze 301 real </a:t>
            </a:r>
            <a:r>
              <a:rPr sz="1800" dirty="0" err="1"/>
              <a:t>CarDekho</a:t>
            </a:r>
            <a:r>
              <a:rPr sz="1800" dirty="0"/>
              <a:t> listings (cars + two-wheelers) to quantify these price and depreciation patterns and answer 25 concrete business questions about the market.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72557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828800"/>
            <a:ext cx="7863840" cy="2936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This project evaluates 301 real vehicle listings from </a:t>
            </a:r>
            <a:r>
              <a:rPr lang="en-US" dirty="0" err="1"/>
              <a:t>CarDekho</a:t>
            </a:r>
            <a:r>
              <a:rPr lang="en-US" dirty="0"/>
              <a:t> using 200 car and 101 two-wheeler samples with Python and Pandas. After cleaning and profiling the data, 25 business questions covering price brackets, missing data, fuel/transmission/ownership type, and most importantly, what causes depreciation, were answered. Correlation analysis helps to understand the impact of age, mileage, and ownership on resale value, whereas a simple regression baseline identifies listings that sold above the expectations, and thus identifies the best deals in the given dataset.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sz="1800"/>
              <a:t>Used-vehicle buyers — checking whether an asking price is reasonable for the age/mileage.</a:t>
            </a:r>
            <a:endParaRPr lang="en-IN" sz="3600" dirty="0"/>
          </a:p>
          <a:p>
            <a:pPr>
              <a:spcAft>
                <a:spcPts val="1000"/>
              </a:spcAft>
            </a:pPr>
            <a:r>
              <a:rPr sz="1800"/>
              <a:t>Individual sellers — pricing their car or bike competitively before listing.</a:t>
            </a:r>
          </a:p>
          <a:p>
            <a:pPr>
              <a:spcAft>
                <a:spcPts val="1000"/>
              </a:spcAft>
            </a:pPr>
            <a:r>
              <a:rPr sz="1800"/>
              <a:t>Dealers &amp; CarDekho's own pricing team — calibrating valuation models.</a:t>
            </a:r>
          </a:p>
          <a:p>
            <a:pPr>
              <a:spcAft>
                <a:spcPts val="1000"/>
              </a:spcAft>
            </a:pPr>
            <a:r>
              <a:rPr sz="1800"/>
              <a:t>Insurance &amp; finance companies — estimating depreciation for loan/insurance valuations.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 wrap="square"/>
          <a:lstStyle/>
          <a:p>
            <a:pPr lvl="1">
              <a:lnSpc>
                <a:spcPct val="150000"/>
              </a:lnSpc>
              <a:spcAft>
                <a:spcPts val="1000"/>
              </a:spcAft>
            </a:pPr>
            <a:r>
              <a:rPr sz="1800" dirty="0"/>
              <a:t>Python 3 + </a:t>
            </a:r>
            <a:r>
              <a:rPr lang="en-US" sz="1800" dirty="0"/>
              <a:t>google </a:t>
            </a:r>
            <a:r>
              <a:rPr lang="en-US" sz="1800" dirty="0" err="1"/>
              <a:t>colab</a:t>
            </a:r>
            <a:endParaRPr lang="en-IN" dirty="0"/>
          </a:p>
          <a:p>
            <a:pPr>
              <a:spcAft>
                <a:spcPts val="1000"/>
              </a:spcAft>
            </a:pPr>
            <a:r>
              <a:rPr sz="1800" dirty="0"/>
              <a:t>Pandas &amp; NumPy — data cleaning, grouping, correlation, regression</a:t>
            </a:r>
          </a:p>
          <a:p>
            <a:pPr>
              <a:spcAft>
                <a:spcPts val="1000"/>
              </a:spcAft>
            </a:pPr>
            <a:r>
              <a:rPr sz="1800" dirty="0"/>
              <a:t>Matplotlib — charts and visualizations</a:t>
            </a:r>
          </a:p>
          <a:p>
            <a:pPr>
              <a:spcAft>
                <a:spcPts val="1000"/>
              </a:spcAft>
            </a:pPr>
            <a:r>
              <a:rPr sz="1800" dirty="0"/>
              <a:t>CSV — </a:t>
            </a:r>
            <a:r>
              <a:rPr sz="1800" dirty="0" err="1"/>
              <a:t>CarDekho</a:t>
            </a:r>
            <a:r>
              <a:rPr sz="1800" dirty="0"/>
              <a:t> dataset (301 records, 9 fields)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4916553"/>
            <a:ext cx="2981643" cy="165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hlinkClick r:id="rId3"/>
              </a:rPr>
              <a:t>https://github.com/m-shafeeq/Car-Market-Trends-Analysis-with-Car-Dekho-Data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https://colab.research.google.com/github/m-shafeeq/Car-Market-Trends-Analysis-with-Car-Dekho-Data/blob/main/Copy_of_Car_Market_Trends_Analysis_with_Car_Dekho_Data.ipynb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5120640" cy="3657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87594C-C2DE-C1AE-472B-3343225A9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474" y="293902"/>
            <a:ext cx="2917295" cy="1962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3450BD-07B9-273A-8CD6-43B1B0881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306" y="2392224"/>
            <a:ext cx="3293216" cy="21391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1EEBA4-1654-C254-8AB1-0620675DF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5914" y="293902"/>
            <a:ext cx="3341950" cy="20614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437A2A-C79C-696F-8937-56CA4797B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6975" y="4568265"/>
            <a:ext cx="3514124" cy="20287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D56443-CBD5-4DD7-CBBD-7ED5DBBF41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973" y="1099226"/>
            <a:ext cx="2859010" cy="21199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83BDA8-2E01-0E48-34BA-71679D8F6F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5449" y="1235108"/>
            <a:ext cx="2531506" cy="184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588</TotalTime>
  <Words>345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Car Market Trends Analysis with CarDekho Data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Admin</cp:lastModifiedBy>
  <cp:revision>74</cp:revision>
  <dcterms:created xsi:type="dcterms:W3CDTF">2021-07-11T13:13:15Z</dcterms:created>
  <dcterms:modified xsi:type="dcterms:W3CDTF">2026-08-30T15:41:01Z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